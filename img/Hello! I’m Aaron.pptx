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E6AA15-BE18-11E5-FFB7-C0B34210C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A794F9B-1DB6-9D55-ACB7-858A42B3E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D9C37C-EA29-2C35-0D27-ADACDDA42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9E8D-A14A-4C4F-8F8E-80EE352412F9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944555-C84D-EF61-28F5-FB9A23EC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7D059A-CC43-D3CB-58F0-D905A4B80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1D20-AEE1-4539-8399-FE5906B501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298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BCDFDE-7F32-8E2F-B050-85A064FE4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5775E-5913-5A52-4FDC-D490E66E5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30F659-FC42-1FFA-2DF1-A8081A81E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9E8D-A14A-4C4F-8F8E-80EE352412F9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515C22-A74C-6EC1-1231-70360A402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A8C0AE-EDA6-9FD3-9A6E-6AF69DBE8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1D20-AEE1-4539-8399-FE5906B501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41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C9FAE-0713-894A-B289-8D56ADF0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15ED4C-D02A-B429-78A2-DF0CCC488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0E432C-E10C-4B70-AECB-3A82CC23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9E8D-A14A-4C4F-8F8E-80EE352412F9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1BF53A-27BB-12C1-9701-99B39C194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0B587F-FD26-A7DE-26DD-2578BEA4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1D20-AEE1-4539-8399-FE5906B501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348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607616-BCF9-8797-D617-2D8790F0B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2C44CA-38CB-C295-7D3A-42220270A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2AE721-DB13-B0B2-5C34-29031667B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4FDA72-B6E9-285E-E3FF-C32479EC5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9E8D-A14A-4C4F-8F8E-80EE352412F9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82DD8B-B4D4-7F86-FCFB-D9355D14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02AC317-3F71-A2ED-E45D-A032FCD08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1D20-AEE1-4539-8399-FE5906B501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251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4CEFA9-3862-41F2-3386-67965BAF9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7597C7-2BFD-CCD0-E202-17850B2E9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AF61DB-02C8-8BFA-F629-63D53C3F4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CB0D6BD-6FA6-C1B7-DB54-61B22F061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06F11FF-AA1B-D56D-A054-4A00420FD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DCC59EB-5019-CE3C-79AE-2546CB9E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9E8D-A14A-4C4F-8F8E-80EE352412F9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498037-1C20-A331-69D2-D66D75888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ADC3A7B-3CD5-57A5-41B4-2F1987F4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1D20-AEE1-4539-8399-FE5906B501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3754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4C7EDF-F222-9B88-258A-57C46A75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E67DC2A-F6FF-9571-23B4-BB6977060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9E8D-A14A-4C4F-8F8E-80EE352412F9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D6E8068-31AF-7F18-D4E6-9550E985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B4546FA-7343-10A4-E642-693F92E3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1D20-AEE1-4539-8399-FE5906B501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6230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A83F5FA-7EA4-FFA9-5865-021ABDA86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9E8D-A14A-4C4F-8F8E-80EE352412F9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36F14E-7AC3-432F-63D2-F53BE59F4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C6DF28-AC84-BFAA-DC6E-A16C6044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1D20-AEE1-4539-8399-FE5906B501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3423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1DF5D4-4818-1405-9192-B186E39C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D06D84-3F1C-F4A3-645D-083817249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D09810-7E2B-DEB4-523B-EEEE751F3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63D9B66-2C0A-0D35-2873-52E8B4EB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9E8D-A14A-4C4F-8F8E-80EE352412F9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120BA3-2FA5-E821-97BE-BFF0E8812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F6BE7F-EF19-D27F-32DA-5536C443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1D20-AEE1-4539-8399-FE5906B501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128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9EAA55-70C2-C012-05DC-C2754C1E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0B54176-0BFD-F859-CFED-F94EF6D9B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EB1D258-2FB2-72C1-4DF5-49DBEEBB6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ACBF18-7B0A-C9C0-7605-75631C773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9E8D-A14A-4C4F-8F8E-80EE352412F9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63D23F3-AF58-0B5A-324F-910894C05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5818E3-B55C-532A-4737-647D16E5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1D20-AEE1-4539-8399-FE5906B501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51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B6939F-D711-9E44-FB99-C078087A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4C5EE1-4779-9338-D4B6-CDA94161D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1DDA64-7359-55BB-6290-1675DB61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9E8D-A14A-4C4F-8F8E-80EE352412F9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941461-5729-A55A-3B0B-3300239F8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FBF4DA-91DB-6CCB-ACCC-B17126E94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1D20-AEE1-4539-8399-FE5906B501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443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C7EADAE-F734-1C90-B7E1-690B755F1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5C30D5-7634-4AD8-5934-4B26BF948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F5C2F9-AEA4-74A1-2E6F-94DB85B22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9E8D-A14A-4C4F-8F8E-80EE352412F9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E8D76C-B154-3DAA-9CAF-609C71C9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DC3EA8-A62B-EC2C-3217-BACC09FC9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1D20-AEE1-4539-8399-FE5906B501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47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2E2F81E-E443-DE3C-EB5C-8AE85CB7C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27D357A-6293-CD32-EB54-DA55F2E4A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79E6A0-6B41-BEB5-0D41-0F1107B798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59E8D-A14A-4C4F-8F8E-80EE352412F9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57C06C-A507-64EF-FF2C-078E269C4C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C047F7-4071-DC14-0159-716E0F1C4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71D20-AEE1-4539-8399-FE5906B501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5517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89E88-B383-CDEF-DE95-31317D986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78225"/>
            <a:ext cx="9144000" cy="1131738"/>
          </a:xfrm>
        </p:spPr>
        <p:txBody>
          <a:bodyPr/>
          <a:lstStyle/>
          <a:p>
            <a:r>
              <a:rPr lang="en-US" altLang="zh-TW" dirty="0">
                <a:latin typeface="Ink Free" panose="03080402000500000000" pitchFamily="66" charset="0"/>
                <a:cs typeface="MV Boli" panose="02000500030200090000" pitchFamily="2" charset="0"/>
              </a:rPr>
              <a:t>Hello! I’m Aaron</a:t>
            </a:r>
            <a:endParaRPr lang="zh-TW" altLang="en-US" dirty="0">
              <a:latin typeface="Ink Free" panose="03080402000500000000" pitchFamily="66" charset="0"/>
              <a:cs typeface="MV Boli" panose="0200050003020009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A382EFF-6183-7685-1692-F71A4A4D3B12}"/>
              </a:ext>
            </a:extLst>
          </p:cNvPr>
          <p:cNvSpPr txBox="1"/>
          <p:nvPr/>
        </p:nvSpPr>
        <p:spPr>
          <a:xfrm>
            <a:off x="4116761" y="3500405"/>
            <a:ext cx="4254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Going Forward</a:t>
            </a:r>
            <a:r>
              <a:rPr lang="zh-TW" alt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🗻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672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寬螢幕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Ink Free</vt:lpstr>
      <vt:lpstr>Times New Roman</vt:lpstr>
      <vt:lpstr>Office 佈景主題</vt:lpstr>
      <vt:lpstr>Hello! I’m Aaron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 I’m Aaron</dc:title>
  <dc:creator>彥南 何</dc:creator>
  <cp:lastModifiedBy>彥南 何</cp:lastModifiedBy>
  <cp:revision>1</cp:revision>
  <dcterms:created xsi:type="dcterms:W3CDTF">2022-07-17T08:42:52Z</dcterms:created>
  <dcterms:modified xsi:type="dcterms:W3CDTF">2022-07-17T08:44:27Z</dcterms:modified>
</cp:coreProperties>
</file>